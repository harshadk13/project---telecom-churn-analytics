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4" r:id="rId6"/>
  </p:sldIdLst>
  <p:sldSz cx="12192000" cy="6858000"/>
  <p:notesSz cx="6858000" cy="9144000"/>
  <p:embeddedFontLst>
    <p:embeddedFont>
      <p:font typeface="Century Gothic" panose="020B0502020202020204" pitchFamily="34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ja1iNMUlAlqX4iV31sKtFy/FYF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23" Type="http://schemas.openxmlformats.org/officeDocument/2006/relationships/presProps" Target="pres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entury Gothic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420"/>
              </a:spcBef>
              <a:spcAft>
                <a:spcPts val="0"/>
              </a:spcAft>
              <a:buSzPts val="1680"/>
              <a:buNone/>
              <a:defRPr sz="2100">
                <a:solidFill>
                  <a:srgbClr val="0F486F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28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12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5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3" name="Google Shape;23;p15"/>
          <p:cNvCxnSpPr/>
          <p:nvPr/>
        </p:nvCxnSpPr>
        <p:spPr>
          <a:xfrm flipH="1">
            <a:off x="8228012" y="8467"/>
            <a:ext cx="3810000" cy="38100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" name="Google Shape;24;p15"/>
          <p:cNvCxnSpPr/>
          <p:nvPr/>
        </p:nvCxnSpPr>
        <p:spPr>
          <a:xfrm flipH="1">
            <a:off x="6108170" y="91545"/>
            <a:ext cx="6080655" cy="6080655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" name="Google Shape;25;p15"/>
          <p:cNvCxnSpPr/>
          <p:nvPr/>
        </p:nvCxnSpPr>
        <p:spPr>
          <a:xfrm flipH="1">
            <a:off x="7235825" y="228600"/>
            <a:ext cx="4953000" cy="49530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" name="Google Shape;26;p15"/>
          <p:cNvCxnSpPr/>
          <p:nvPr/>
        </p:nvCxnSpPr>
        <p:spPr>
          <a:xfrm flipH="1">
            <a:off x="7335837" y="32278"/>
            <a:ext cx="4852989" cy="4852989"/>
          </a:xfrm>
          <a:prstGeom prst="straightConnector1">
            <a:avLst/>
          </a:prstGeom>
          <a:noFill/>
          <a:ln w="317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" name="Google Shape;27;p15"/>
          <p:cNvCxnSpPr/>
          <p:nvPr/>
        </p:nvCxnSpPr>
        <p:spPr>
          <a:xfrm flipH="1">
            <a:off x="7845426" y="609601"/>
            <a:ext cx="4343399" cy="4343399"/>
          </a:xfrm>
          <a:prstGeom prst="straightConnector1">
            <a:avLst/>
          </a:prstGeom>
          <a:noFill/>
          <a:ln w="317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6"/>
          <p:cNvSpPr txBox="1"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SzPts val="1440"/>
              <a:buChar char="▶"/>
              <a:defRPr/>
            </a:lvl1pPr>
            <a:lvl2pPr marL="914400" lvl="1" indent="-32004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marL="1371600" lvl="2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marL="1828800" lvl="3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marL="2286000" lvl="4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marL="2743200" lvl="5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marL="3200400" lvl="6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marL="3657600" lvl="7" indent="-32004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marL="4114800" lvl="8" indent="-320040" algn="l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31" name="Google Shape;31;p16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7"/>
          <p:cNvSpPr txBox="1"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entury Gothic"/>
              <a:buNone/>
              <a:defRPr sz="36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7"/>
          <p:cNvSpPr txBox="1"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0F486F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17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body" idx="1"/>
          </p:nvPr>
        </p:nvSpPr>
        <p:spPr>
          <a:xfrm>
            <a:off x="684211" y="685800"/>
            <a:ext cx="4937655" cy="3615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SzPts val="1440"/>
              <a:buChar char="▶"/>
              <a:defRPr/>
            </a:lvl1pPr>
            <a:lvl2pPr marL="914400" lvl="1" indent="-32004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marL="1371600" lvl="2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marL="1828800" lvl="3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marL="2286000" lvl="4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marL="2743200" lvl="5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marL="3200400" lvl="6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marL="3657600" lvl="7" indent="-32004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marL="4114800" lvl="8" indent="-320040" algn="l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body" idx="2"/>
          </p:nvPr>
        </p:nvSpPr>
        <p:spPr>
          <a:xfrm>
            <a:off x="5808133" y="685801"/>
            <a:ext cx="4934479" cy="361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SzPts val="1440"/>
              <a:buChar char="▶"/>
              <a:defRPr/>
            </a:lvl1pPr>
            <a:lvl2pPr marL="914400" lvl="1" indent="-32004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marL="1371600" lvl="2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marL="1828800" lvl="3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marL="2286000" lvl="4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marL="2743200" lvl="5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marL="3200400" lvl="6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marL="3657600" lvl="7" indent="-32004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marL="4114800" lvl="8" indent="-320040" algn="l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44" name="Google Shape;44;p18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8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8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9"/>
          <p:cNvSpPr txBox="1"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240"/>
              <a:buNone/>
              <a:defRPr sz="2800" b="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19"/>
          <p:cNvSpPr txBox="1">
            <a:spLocks noGrp="1"/>
          </p:cNvSpPr>
          <p:nvPr>
            <p:ph type="body" idx="2"/>
          </p:nvPr>
        </p:nvSpPr>
        <p:spPr>
          <a:xfrm>
            <a:off x="684211" y="1270529"/>
            <a:ext cx="4937655" cy="303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SzPts val="1440"/>
              <a:buChar char="▶"/>
              <a:defRPr/>
            </a:lvl1pPr>
            <a:lvl2pPr marL="914400" lvl="1" indent="-32004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marL="1371600" lvl="2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marL="1828800" lvl="3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marL="2286000" lvl="4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marL="2743200" lvl="5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marL="3200400" lvl="6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marL="3657600" lvl="7" indent="-32004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marL="4114800" lvl="8" indent="-320040" algn="l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51" name="Google Shape;51;p19"/>
          <p:cNvSpPr txBox="1">
            <a:spLocks noGrp="1"/>
          </p:cNvSpPr>
          <p:nvPr>
            <p:ph type="body" idx="3"/>
          </p:nvPr>
        </p:nvSpPr>
        <p:spPr>
          <a:xfrm>
            <a:off x="6079066" y="685800"/>
            <a:ext cx="4665134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240"/>
              <a:buNone/>
              <a:defRPr sz="2800" b="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body" idx="4"/>
          </p:nvPr>
        </p:nvSpPr>
        <p:spPr>
          <a:xfrm>
            <a:off x="5806545" y="1262062"/>
            <a:ext cx="4929188" cy="303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SzPts val="1440"/>
              <a:buChar char="▶"/>
              <a:defRPr/>
            </a:lvl1pPr>
            <a:lvl2pPr marL="914400" lvl="1" indent="-32004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marL="1371600" lvl="2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marL="1828800" lvl="3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marL="2286000" lvl="4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marL="2743200" lvl="5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marL="3200400" lvl="6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marL="3657600" lvl="7" indent="-32004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marL="4114800" lvl="8" indent="-320040" algn="l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53" name="Google Shape;53;p19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9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9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0"/>
          <p:cNvSpPr txBox="1"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0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0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1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 txBox="1">
            <a:spLocks noGrp="1"/>
          </p:cNvSpPr>
          <p:nvPr>
            <p:ph type="body" idx="1"/>
          </p:nvPr>
        </p:nvSpPr>
        <p:spPr>
          <a:xfrm>
            <a:off x="684212" y="685800"/>
            <a:ext cx="5943601" cy="53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SzPts val="1440"/>
              <a:buChar char="▶"/>
              <a:defRPr/>
            </a:lvl1pPr>
            <a:lvl2pPr marL="914400" lvl="1" indent="-32004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marL="1371600" lvl="2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marL="1828800" lvl="3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marL="2286000" lvl="4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marL="2743200" lvl="5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marL="3200400" lvl="6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marL="3657600" lvl="7" indent="-32004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marL="4114800" lvl="8" indent="-320040" algn="l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68" name="Google Shape;68;p22"/>
          <p:cNvSpPr txBox="1">
            <a:spLocks noGrp="1"/>
          </p:cNvSpPr>
          <p:nvPr>
            <p:ph type="body" idx="2"/>
          </p:nvPr>
        </p:nvSpPr>
        <p:spPr>
          <a:xfrm>
            <a:off x="7085012" y="2209799"/>
            <a:ext cx="3657600" cy="2091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SzPts val="1280"/>
              <a:buNone/>
              <a:defRPr sz="16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2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3"/>
          <p:cNvSpPr>
            <a:spLocks noGrp="1"/>
          </p:cNvSpPr>
          <p:nvPr>
            <p:ph type="pic" idx="2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noFill/>
          <a:ln w="15875" cap="flat" cmpd="sng">
            <a:solidFill>
              <a:schemeClr val="lt1">
                <a:alpha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75" name="Google Shape;75;p23"/>
          <p:cNvSpPr txBox="1">
            <a:spLocks noGrp="1"/>
          </p:cNvSpPr>
          <p:nvPr>
            <p:ph type="body" idx="1"/>
          </p:nvPr>
        </p:nvSpPr>
        <p:spPr>
          <a:xfrm>
            <a:off x="4722812" y="2777066"/>
            <a:ext cx="6021388" cy="2048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440"/>
              <a:buNone/>
              <a:defRPr sz="18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3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4"/>
          <p:cNvSpPr txBox="1"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4"/>
          <p:cNvSpPr>
            <a:spLocks noGrp="1"/>
          </p:cNvSpPr>
          <p:nvPr>
            <p:ph type="pic" idx="2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noFill/>
          <a:ln w="15875" cap="flat" cmpd="sng">
            <a:solidFill>
              <a:schemeClr val="lt1">
                <a:alpha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82" name="Google Shape;82;p24"/>
          <p:cNvSpPr txBox="1">
            <a:spLocks noGrp="1"/>
          </p:cNvSpPr>
          <p:nvPr>
            <p:ph type="body" idx="1"/>
          </p:nvPr>
        </p:nvSpPr>
        <p:spPr>
          <a:xfrm>
            <a:off x="914402" y="3843867"/>
            <a:ext cx="83042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SzPts val="1280"/>
              <a:buFont typeface="Century Gothic"/>
              <a:buNone/>
              <a:defRPr sz="16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440"/>
              <a:buFont typeface="Century Gothic"/>
              <a:buNone/>
              <a:defRPr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280"/>
              <a:buFont typeface="Century Gothic"/>
              <a:buNone/>
              <a:defRPr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120"/>
              <a:buFont typeface="Century Gothic"/>
              <a:buNone/>
              <a:defRPr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120"/>
              <a:buFont typeface="Century Gothic"/>
              <a:buNone/>
              <a:defRPr/>
            </a:lvl5pPr>
            <a:lvl6pPr marL="2743200" lvl="5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marL="3200400" lvl="6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marL="3657600" lvl="7" indent="-32004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marL="4114800" lvl="8" indent="-320040" algn="l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83" name="Google Shape;83;p24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4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4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5"/>
          <p:cNvSpPr txBox="1"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5"/>
          <p:cNvSpPr txBox="1"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0F486F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9" name="Google Shape;89;p25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5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5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6"/>
          <p:cNvSpPr txBox="1"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 b="0" cap="none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6"/>
          <p:cNvSpPr txBox="1">
            <a:spLocks noGrp="1"/>
          </p:cNvSpPr>
          <p:nvPr>
            <p:ph type="body" idx="1"/>
          </p:nvPr>
        </p:nvSpPr>
        <p:spPr>
          <a:xfrm>
            <a:off x="1446212" y="3429000"/>
            <a:ext cx="8534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440"/>
              <a:buFont typeface="Century Gothic"/>
              <a:buNone/>
              <a:defRPr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280"/>
              <a:buFont typeface="Century Gothic"/>
              <a:buNone/>
              <a:defRPr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120"/>
              <a:buFont typeface="Century Gothic"/>
              <a:buNone/>
              <a:defRPr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120"/>
              <a:buFont typeface="Century Gothic"/>
              <a:buNone/>
              <a:defRPr/>
            </a:lvl5pPr>
            <a:lvl6pPr marL="2743200" lvl="5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marL="3200400" lvl="6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marL="3657600" lvl="7" indent="-32004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marL="4114800" lvl="8" indent="-320040" algn="l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95" name="Google Shape;95;p26"/>
          <p:cNvSpPr txBox="1">
            <a:spLocks noGrp="1"/>
          </p:cNvSpPr>
          <p:nvPr>
            <p:ph type="body" idx="2"/>
          </p:nvPr>
        </p:nvSpPr>
        <p:spPr>
          <a:xfrm>
            <a:off x="684213" y="4301067"/>
            <a:ext cx="8534400" cy="1684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0F486F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6" name="Google Shape;96;p26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6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6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9" name="Google Shape;99;p26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</a:t>
            </a:r>
            <a:endParaRPr/>
          </a:p>
        </p:txBody>
      </p:sp>
      <p:sp>
        <p:nvSpPr>
          <p:cNvPr id="100" name="Google Shape;100;p26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7"/>
          <p:cNvSpPr txBox="1"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7"/>
          <p:cNvSpPr txBox="1"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0F486F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4" name="Google Shape;104;p27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7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7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Name Card">
  <p:cSld name="Quote Name Card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8"/>
          <p:cNvSpPr txBox="1"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 b="0" cap="none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8"/>
          <p:cNvSpPr txBox="1">
            <a:spLocks noGrp="1"/>
          </p:cNvSpPr>
          <p:nvPr>
            <p:ph type="body" idx="1"/>
          </p:nvPr>
        </p:nvSpPr>
        <p:spPr>
          <a:xfrm>
            <a:off x="684212" y="3928534"/>
            <a:ext cx="8534401" cy="1049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1920"/>
              <a:buNone/>
              <a:defRPr sz="2400" b="0" cap="none">
                <a:solidFill>
                  <a:schemeClr val="lt1"/>
                </a:solidFill>
              </a:defRPr>
            </a:lvl1pPr>
            <a:lvl2pPr marL="914400" lvl="1" indent="-32004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marL="1371600" lvl="2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marL="1828800" lvl="3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marL="2286000" lvl="4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marL="2743200" lvl="5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marL="3200400" lvl="6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marL="3657600" lvl="7" indent="-32004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marL="4114800" lvl="8" indent="-320040" algn="l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110" name="Google Shape;110;p28"/>
          <p:cNvSpPr txBox="1">
            <a:spLocks noGrp="1"/>
          </p:cNvSpPr>
          <p:nvPr>
            <p:ph type="body" idx="2"/>
          </p:nvPr>
        </p:nvSpPr>
        <p:spPr>
          <a:xfrm>
            <a:off x="684211" y="4978400"/>
            <a:ext cx="8534401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0F486F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1" name="Google Shape;111;p28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8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8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4" name="Google Shape;114;p28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</a:t>
            </a:r>
            <a:endParaRPr/>
          </a:p>
        </p:txBody>
      </p:sp>
      <p:sp>
        <p:nvSpPr>
          <p:cNvPr id="115" name="Google Shape;115;p28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9"/>
          <p:cNvSpPr txBox="1"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entury Gothic"/>
              <a:buNone/>
              <a:defRPr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9"/>
          <p:cNvSpPr txBox="1">
            <a:spLocks noGrp="1"/>
          </p:cNvSpPr>
          <p:nvPr>
            <p:ph type="body" idx="1"/>
          </p:nvPr>
        </p:nvSpPr>
        <p:spPr>
          <a:xfrm>
            <a:off x="684212" y="3928534"/>
            <a:ext cx="85344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1920"/>
              <a:buNone/>
              <a:defRPr sz="2400" b="0" cap="none">
                <a:solidFill>
                  <a:schemeClr val="lt1"/>
                </a:solidFill>
              </a:defRPr>
            </a:lvl1pPr>
            <a:lvl2pPr marL="914400" lvl="1" indent="-32004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marL="1371600" lvl="2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marL="1828800" lvl="3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marL="2286000" lvl="4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marL="2743200" lvl="5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marL="3200400" lvl="6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marL="3657600" lvl="7" indent="-32004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marL="4114800" lvl="8" indent="-320040" algn="l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119" name="Google Shape;119;p29"/>
          <p:cNvSpPr txBox="1">
            <a:spLocks noGrp="1"/>
          </p:cNvSpPr>
          <p:nvPr>
            <p:ph type="body" idx="2"/>
          </p:nvPr>
        </p:nvSpPr>
        <p:spPr>
          <a:xfrm>
            <a:off x="684211" y="4766732"/>
            <a:ext cx="8534401" cy="1227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0F486F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0" name="Google Shape;120;p29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9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9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0"/>
          <p:cNvSpPr txBox="1"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30"/>
          <p:cNvSpPr txBox="1">
            <a:spLocks noGrp="1"/>
          </p:cNvSpPr>
          <p:nvPr>
            <p:ph type="body" idx="1"/>
          </p:nvPr>
        </p:nvSpPr>
        <p:spPr>
          <a:xfrm rot="5400000">
            <a:off x="3143778" y="-1773767"/>
            <a:ext cx="3615267" cy="85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SzPts val="1440"/>
              <a:buChar char="▶"/>
              <a:defRPr/>
            </a:lvl1pPr>
            <a:lvl2pPr marL="914400" lvl="1" indent="-32004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marL="1371600" lvl="2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marL="1828800" lvl="3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marL="2286000" lvl="4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marL="2743200" lvl="5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marL="3200400" lvl="6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marL="3657600" lvl="7" indent="-32004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marL="4114800" lvl="8" indent="-320040" algn="l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126" name="Google Shape;126;p30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30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30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1"/>
          <p:cNvSpPr txBox="1">
            <a:spLocks noGrp="1"/>
          </p:cNvSpPr>
          <p:nvPr>
            <p:ph type="title"/>
          </p:nvPr>
        </p:nvSpPr>
        <p:spPr>
          <a:xfrm rot="5400000">
            <a:off x="7427912" y="1943100"/>
            <a:ext cx="45720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31"/>
          <p:cNvSpPr txBox="1">
            <a:spLocks noGrp="1"/>
          </p:cNvSpPr>
          <p:nvPr>
            <p:ph type="body" idx="1"/>
          </p:nvPr>
        </p:nvSpPr>
        <p:spPr>
          <a:xfrm rot="5400000">
            <a:off x="1943100" y="-571500"/>
            <a:ext cx="5308600" cy="78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SzPts val="1440"/>
              <a:buChar char="▶"/>
              <a:defRPr/>
            </a:lvl1pPr>
            <a:lvl2pPr marL="914400" lvl="1" indent="-32004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marL="1371600" lvl="2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marL="1828800" lvl="3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marL="2286000" lvl="4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marL="2743200" lvl="5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marL="3200400" lvl="6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marL="3657600" lvl="7" indent="-32004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marL="4114800" lvl="8" indent="-320040" algn="l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132" name="Google Shape;132;p31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31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31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62D2EF"/>
            </a:gs>
            <a:gs pos="10000">
              <a:srgbClr val="62D2EF"/>
            </a:gs>
            <a:gs pos="100000">
              <a:srgbClr val="05578D"/>
            </a:gs>
          </a:gsLst>
          <a:lin ang="6120000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4"/>
          <p:cNvGrpSpPr/>
          <p:nvPr/>
        </p:nvGrpSpPr>
        <p:grpSpPr>
          <a:xfrm>
            <a:off x="9206969" y="2963333"/>
            <a:ext cx="2981859" cy="3208867"/>
            <a:chOff x="9206969" y="2963333"/>
            <a:chExt cx="2981859" cy="3208867"/>
          </a:xfrm>
        </p:grpSpPr>
        <p:cxnSp>
          <p:nvCxnSpPr>
            <p:cNvPr id="7" name="Google Shape;7;p14"/>
            <p:cNvCxnSpPr/>
            <p:nvPr/>
          </p:nvCxnSpPr>
          <p:spPr>
            <a:xfrm flipH="1">
              <a:off x="11276012" y="2963333"/>
              <a:ext cx="912814" cy="912812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" name="Google Shape;8;p14"/>
            <p:cNvCxnSpPr/>
            <p:nvPr/>
          </p:nvCxnSpPr>
          <p:spPr>
            <a:xfrm flipH="1">
              <a:off x="9206969" y="3190344"/>
              <a:ext cx="2981857" cy="2981856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" name="Google Shape;9;p14"/>
            <p:cNvCxnSpPr/>
            <p:nvPr/>
          </p:nvCxnSpPr>
          <p:spPr>
            <a:xfrm flipH="1">
              <a:off x="10292292" y="3285067"/>
              <a:ext cx="1896534" cy="1896533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" name="Google Shape;10;p14"/>
            <p:cNvCxnSpPr/>
            <p:nvPr/>
          </p:nvCxnSpPr>
          <p:spPr>
            <a:xfrm flipH="1">
              <a:off x="10443103" y="3131080"/>
              <a:ext cx="1745722" cy="1745720"/>
            </a:xfrm>
            <a:prstGeom prst="straightConnector1">
              <a:avLst/>
            </a:prstGeom>
            <a:noFill/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" name="Google Shape;11;p14"/>
            <p:cNvCxnSpPr/>
            <p:nvPr/>
          </p:nvCxnSpPr>
          <p:spPr>
            <a:xfrm flipH="1">
              <a:off x="10918826" y="3683001"/>
              <a:ext cx="1270001" cy="1269999"/>
            </a:xfrm>
            <a:prstGeom prst="straightConnector1">
              <a:avLst/>
            </a:prstGeom>
            <a:noFill/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2" name="Google Shape;12;p14"/>
          <p:cNvSpPr txBox="1"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entury Gothic"/>
              <a:buNone/>
              <a:defRPr sz="3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302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oto Sans Symbols"/>
              <a:buChar char="▶"/>
              <a:defRPr sz="2000" b="0" i="0" u="none" strike="noStrike" cap="non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20040" algn="l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Noto Sans Symbols"/>
              <a:buChar char="▶"/>
              <a:defRPr sz="1800" b="0" i="0" u="none" strike="noStrike" cap="non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09880" algn="l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80"/>
              <a:buFont typeface="Noto Sans Symbols"/>
              <a:buChar char="▶"/>
              <a:defRPr sz="1600" b="0" i="0" u="none" strike="noStrike" cap="non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99719" algn="l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99720" algn="l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99720" algn="l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99720" algn="l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99720" algn="l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99720" algn="l" rtl="0"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5" name="Google Shape;15;p14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6" name="Google Shape;16;p14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"/>
          <p:cNvSpPr txBox="1">
            <a:spLocks noGrp="1"/>
          </p:cNvSpPr>
          <p:nvPr>
            <p:ph type="subTitle" idx="1"/>
          </p:nvPr>
        </p:nvSpPr>
        <p:spPr>
          <a:xfrm>
            <a:off x="684212" y="2537138"/>
            <a:ext cx="6400800" cy="3254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</a:pPr>
            <a:r>
              <a:rPr lang="en-US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3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Telecom Churn Analytics</a:t>
            </a:r>
            <a:endParaRPr sz="30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"/>
          <p:cNvSpPr txBox="1">
            <a:spLocks noGrp="1"/>
          </p:cNvSpPr>
          <p:nvPr>
            <p:ph type="body" idx="1"/>
          </p:nvPr>
        </p:nvSpPr>
        <p:spPr>
          <a:xfrm>
            <a:off x="684212" y="685799"/>
            <a:ext cx="8534400" cy="5457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dirty="0"/>
              <a:t>					</a:t>
            </a:r>
            <a:r>
              <a:rPr lang="en-US" b="1" dirty="0"/>
              <a:t>	</a:t>
            </a:r>
            <a:endParaRPr dirty="0"/>
          </a:p>
          <a:p>
            <a:pPr marL="0" lvl="0" indent="0" algn="l" rtl="0">
              <a:spcBef>
                <a:spcPts val="1040"/>
              </a:spcBef>
              <a:spcAft>
                <a:spcPts val="0"/>
              </a:spcAft>
              <a:buSzPts val="1760"/>
              <a:buNone/>
            </a:pPr>
            <a:r>
              <a:rPr lang="en-US" sz="2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Objective: </a:t>
            </a:r>
            <a:endParaRPr dirty="0"/>
          </a:p>
          <a:p>
            <a:pPr marL="457200" lvl="1" indent="0" algn="l" rtl="0">
              <a:spcBef>
                <a:spcPts val="960"/>
              </a:spcBef>
              <a:spcAft>
                <a:spcPts val="0"/>
              </a:spcAft>
              <a:buSzPts val="1440"/>
              <a:buNone/>
            </a:pPr>
            <a:r>
              <a:rPr lang="en-US" dirty="0" smtClean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will find out the commendation or complaint of customer with knowing their type, year, area </a:t>
            </a:r>
            <a:r>
              <a:rPr lang="en-US" dirty="0" smtClean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</a:t>
            </a:r>
            <a:r>
              <a:rPr lang="en-US" dirty="0" smtClean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Development </a:t>
            </a:r>
            <a:r>
              <a:rPr lang="en-US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a </a:t>
            </a:r>
            <a:r>
              <a:rPr lang="en-US" dirty="0" smtClean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good services and monitoring churn of customers.</a:t>
            </a:r>
            <a:endParaRPr dirty="0" smtClean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040"/>
              </a:spcBef>
              <a:spcAft>
                <a:spcPts val="0"/>
              </a:spcAft>
              <a:buSzPts val="1760"/>
              <a:buNone/>
            </a:pPr>
            <a:r>
              <a:rPr lang="en-US" sz="2200" dirty="0" smtClean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Benefits:</a:t>
            </a:r>
            <a:endParaRPr dirty="0" smtClean="0"/>
          </a:p>
          <a:p>
            <a:pPr marL="742950" lvl="1" indent="-285750" algn="l" rtl="0">
              <a:spcBef>
                <a:spcPts val="960"/>
              </a:spcBef>
              <a:spcAft>
                <a:spcPts val="0"/>
              </a:spcAft>
              <a:buSzPts val="1440"/>
              <a:buFont typeface="Noto Sans Symbols"/>
              <a:buChar char="⮚"/>
            </a:pPr>
            <a:r>
              <a:rPr lang="en-US" dirty="0" smtClean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Detection </a:t>
            </a:r>
            <a:r>
              <a:rPr lang="en-US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</a:t>
            </a:r>
            <a:r>
              <a:rPr lang="en-US" dirty="0" smtClean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complaints area</a:t>
            </a:r>
            <a:r>
              <a:rPr lang="en-US" dirty="0" smtClean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742950" lvl="1" indent="-285750" algn="l" rtl="0">
              <a:spcBef>
                <a:spcPts val="960"/>
              </a:spcBef>
              <a:spcAft>
                <a:spcPts val="0"/>
              </a:spcAft>
              <a:buSzPts val="1440"/>
              <a:buFont typeface="Noto Sans Symbols"/>
              <a:buChar char="⮚"/>
            </a:pPr>
            <a:r>
              <a:rPr lang="en-US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Gives better insight of customers </a:t>
            </a:r>
            <a:r>
              <a:rPr lang="en-US" dirty="0" smtClean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problems</a:t>
            </a:r>
            <a:r>
              <a:rPr lang="en-US" dirty="0" smtClean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742950" lvl="1" indent="-285750" algn="l" rtl="0">
              <a:spcBef>
                <a:spcPts val="960"/>
              </a:spcBef>
              <a:spcAft>
                <a:spcPts val="0"/>
              </a:spcAft>
              <a:buSzPts val="1440"/>
              <a:buFont typeface="Noto Sans Symbols"/>
              <a:buChar char="⮚"/>
            </a:pPr>
            <a:r>
              <a:rPr lang="en-US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Helps in easy flow for  managing resources.</a:t>
            </a:r>
            <a:endParaRPr dirty="0"/>
          </a:p>
          <a:p>
            <a:pPr marL="742950" lvl="1" indent="-285750" algn="l" rtl="0">
              <a:spcBef>
                <a:spcPts val="960"/>
              </a:spcBef>
              <a:spcAft>
                <a:spcPts val="0"/>
              </a:spcAft>
              <a:buSzPts val="1440"/>
              <a:buFont typeface="Noto Sans Symbols"/>
              <a:buChar char="⮚"/>
            </a:pPr>
            <a:r>
              <a:rPr lang="en-US" dirty="0" smtClean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Helps in understand churning reasons.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endParaRPr dirty="0"/>
          </a:p>
          <a:p>
            <a:pPr marL="285750" lvl="0" indent="-184150" algn="l" rtl="0">
              <a:spcBef>
                <a:spcPts val="1000"/>
              </a:spcBef>
              <a:spcAft>
                <a:spcPts val="0"/>
              </a:spcAft>
              <a:buSzPts val="1600"/>
              <a:buFont typeface="Noto Sans Symbols"/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"/>
          <p:cNvSpPr txBox="1">
            <a:spLocks noGrp="1"/>
          </p:cNvSpPr>
          <p:nvPr>
            <p:ph type="body" idx="1"/>
          </p:nvPr>
        </p:nvSpPr>
        <p:spPr>
          <a:xfrm>
            <a:off x="684212" y="685800"/>
            <a:ext cx="8534400" cy="57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760"/>
              <a:buNone/>
            </a:pPr>
            <a:r>
              <a:rPr lang="en-US" sz="2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Sharing Agreement :</a:t>
            </a:r>
            <a:endParaRPr dirty="0"/>
          </a:p>
          <a:p>
            <a:pPr marL="742950" lvl="1" indent="-285750">
              <a:spcBef>
                <a:spcPts val="960"/>
              </a:spcBef>
              <a:buFont typeface="Noto Sans Symbols"/>
              <a:buChar char="⮚"/>
            </a:pPr>
            <a:r>
              <a:rPr lang="en-US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Sample file name (</a:t>
            </a:r>
            <a:r>
              <a:rPr lang="en-US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ex. </a:t>
            </a:r>
            <a:r>
              <a:rPr lang="en-US" dirty="0" smtClean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mta-customer-feedback-data-beginning-2014-1.csv)</a:t>
            </a:r>
            <a:endParaRPr dirty="0"/>
          </a:p>
          <a:p>
            <a:pPr marL="742950" lvl="1" indent="-285750" algn="l" rtl="0">
              <a:spcBef>
                <a:spcPts val="960"/>
              </a:spcBef>
              <a:spcAft>
                <a:spcPts val="0"/>
              </a:spcAft>
              <a:buSzPts val="1440"/>
              <a:buFont typeface="Noto Sans Symbols"/>
              <a:buChar char="⮚"/>
            </a:pPr>
            <a:r>
              <a:rPr lang="en-US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Length of date </a:t>
            </a:r>
            <a:r>
              <a:rPr lang="en-US" dirty="0" smtClean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stamp(4 digits</a:t>
            </a:r>
            <a:r>
              <a:rPr lang="en-US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dirty="0"/>
          </a:p>
          <a:p>
            <a:pPr marL="742950" lvl="1" indent="-285750" algn="l" rtl="0">
              <a:spcBef>
                <a:spcPts val="960"/>
              </a:spcBef>
              <a:spcAft>
                <a:spcPts val="0"/>
              </a:spcAft>
              <a:buSzPts val="1440"/>
              <a:buFont typeface="Noto Sans Symbols"/>
              <a:buChar char="⮚"/>
            </a:pPr>
            <a:r>
              <a:rPr lang="en-US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Length of </a:t>
            </a:r>
            <a:r>
              <a:rPr lang="en-US" dirty="0" smtClean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Quarter stamp(1 </a:t>
            </a:r>
            <a:r>
              <a:rPr lang="en-US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digits)</a:t>
            </a:r>
            <a:endParaRPr dirty="0"/>
          </a:p>
          <a:p>
            <a:pPr marL="742950" lvl="1" indent="-285750" algn="l" rtl="0">
              <a:spcBef>
                <a:spcPts val="960"/>
              </a:spcBef>
              <a:spcAft>
                <a:spcPts val="0"/>
              </a:spcAft>
              <a:buSzPts val="1440"/>
              <a:buFont typeface="Noto Sans Symbols"/>
              <a:buChar char="⮚"/>
            </a:pPr>
            <a:r>
              <a:rPr lang="en-IN" dirty="0" smtClean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Agency </a:t>
            </a:r>
            <a:endParaRPr dirty="0"/>
          </a:p>
          <a:p>
            <a:pPr marL="742950" lvl="1" indent="-285750" algn="l" rtl="0">
              <a:spcBef>
                <a:spcPts val="960"/>
              </a:spcBef>
              <a:spcAft>
                <a:spcPts val="0"/>
              </a:spcAft>
              <a:buSzPts val="1440"/>
              <a:buFont typeface="Noto Sans Symbols"/>
              <a:buChar char="⮚"/>
            </a:pPr>
            <a:r>
              <a:rPr lang="en-IN" dirty="0" smtClean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Commendation and complaint</a:t>
            </a:r>
            <a:endParaRPr dirty="0"/>
          </a:p>
          <a:p>
            <a:pPr marL="742950" lvl="1" indent="-285750" algn="l" rtl="0">
              <a:spcBef>
                <a:spcPts val="960"/>
              </a:spcBef>
              <a:spcAft>
                <a:spcPts val="0"/>
              </a:spcAft>
              <a:buSzPts val="1440"/>
              <a:buFont typeface="Noto Sans Symbols"/>
              <a:buChar char="⮚"/>
            </a:pPr>
            <a:r>
              <a:rPr lang="en-IN" dirty="0" smtClean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Subject Matter / detail</a:t>
            </a:r>
          </a:p>
          <a:p>
            <a:pPr marL="742950" lvl="1" indent="-285750" algn="l" rtl="0">
              <a:spcBef>
                <a:spcPts val="960"/>
              </a:spcBef>
              <a:spcAft>
                <a:spcPts val="0"/>
              </a:spcAft>
              <a:buSzPts val="1440"/>
              <a:buFont typeface="Noto Sans Symbols"/>
              <a:buChar char="⮚"/>
            </a:pPr>
            <a:r>
              <a:rPr lang="en-IN" dirty="0" smtClean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Issue Detail</a:t>
            </a:r>
          </a:p>
          <a:p>
            <a:pPr marL="742950" lvl="1" indent="-285750" algn="l" rtl="0">
              <a:spcBef>
                <a:spcPts val="960"/>
              </a:spcBef>
              <a:spcAft>
                <a:spcPts val="0"/>
              </a:spcAft>
              <a:buSzPts val="1440"/>
              <a:buFont typeface="Noto Sans Symbols"/>
              <a:buChar char="⮚"/>
            </a:pPr>
            <a:r>
              <a:rPr lang="en-IN" dirty="0" smtClean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Branch/ line/ route</a:t>
            </a:r>
          </a:p>
          <a:p>
            <a:pPr marL="742950" lvl="1" indent="-285750" algn="l" rtl="0">
              <a:spcBef>
                <a:spcPts val="960"/>
              </a:spcBef>
              <a:spcAft>
                <a:spcPts val="0"/>
              </a:spcAft>
              <a:buSzPts val="1440"/>
              <a:buFont typeface="Noto Sans Symbols"/>
              <a:buChar char="⮚"/>
            </a:pPr>
            <a:endParaRPr dirty="0"/>
          </a:p>
          <a:p>
            <a:pPr marL="285750" lvl="0" indent="-184150" algn="l" rtl="0">
              <a:spcBef>
                <a:spcPts val="1000"/>
              </a:spcBef>
              <a:spcAft>
                <a:spcPts val="0"/>
              </a:spcAft>
              <a:buSzPts val="1600"/>
              <a:buFont typeface="Noto Sans Symbols"/>
              <a:buNone/>
            </a:pPr>
            <a:endParaRPr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"/>
          <p:cNvSpPr txBox="1">
            <a:spLocks noGrp="1"/>
          </p:cNvSpPr>
          <p:nvPr>
            <p:ph type="body" idx="1"/>
          </p:nvPr>
        </p:nvSpPr>
        <p:spPr>
          <a:xfrm>
            <a:off x="1617662" y="591071"/>
            <a:ext cx="8534400" cy="2058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SzPts val="1760"/>
              <a:buNone/>
            </a:pPr>
            <a:r>
              <a:rPr lang="en-US" sz="2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</a:t>
            </a:r>
            <a:endParaRPr dirty="0"/>
          </a:p>
          <a:p>
            <a:pPr marL="285750" lvl="0" indent="-184150" algn="l" rtl="0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endParaRPr dirty="0"/>
          </a:p>
          <a:p>
            <a:pPr marL="285750" lvl="0" indent="-184150" algn="l" rtl="0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endParaRPr dirty="0"/>
          </a:p>
        </p:txBody>
      </p:sp>
      <p:pic>
        <p:nvPicPr>
          <p:cNvPr id="155" name="Google Shape;155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1388" y="1487107"/>
            <a:ext cx="10610560" cy="4778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"/>
          <p:cNvSpPr txBox="1">
            <a:spLocks noGrp="1"/>
          </p:cNvSpPr>
          <p:nvPr>
            <p:ph type="body" idx="1"/>
          </p:nvPr>
        </p:nvSpPr>
        <p:spPr>
          <a:xfrm>
            <a:off x="1665287" y="819150"/>
            <a:ext cx="8534400" cy="3895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184150" algn="l" rtl="0"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040"/>
              </a:spcBef>
              <a:spcAft>
                <a:spcPts val="0"/>
              </a:spcAft>
              <a:buSzPts val="1760"/>
              <a:buNone/>
            </a:pPr>
            <a:r>
              <a:rPr lang="en-US" sz="2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Prediction:</a:t>
            </a:r>
            <a:endParaRPr sz="22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lvl="1" indent="-285750">
              <a:spcBef>
                <a:spcPts val="960"/>
              </a:spcBef>
              <a:buFont typeface="Noto Sans Symbols"/>
              <a:buChar char="⮚"/>
            </a:pPr>
            <a:r>
              <a:rPr lang="en-IN" dirty="0" smtClean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 filter out the Customers connection with their area and branch line with  their comment of commendation or complaint. With the help of this we can </a:t>
            </a:r>
            <a:r>
              <a:rPr lang="en-IN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 Customers satisfaction </a:t>
            </a:r>
            <a:r>
              <a:rPr lang="en-IN" dirty="0" smtClean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churn.</a:t>
            </a:r>
          </a:p>
          <a:p>
            <a:pPr marL="742950" lvl="1" indent="-285750">
              <a:spcBef>
                <a:spcPts val="960"/>
              </a:spcBef>
              <a:buFont typeface="Noto Sans Symbols"/>
              <a:buChar char="⮚"/>
            </a:pPr>
            <a:r>
              <a:rPr lang="en-IN" dirty="0" smtClean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Also we can easily solve Customers issue by knowing their accurate details. </a:t>
            </a:r>
            <a:endParaRPr dirty="0"/>
          </a:p>
          <a:p>
            <a:pPr marL="285750" lvl="0" indent="-184150" algn="l" rtl="0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endParaRPr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rgbClr val="000000"/>
      </a:dk1>
      <a:lt1>
        <a:srgbClr val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89</Words>
  <Application>Microsoft Office PowerPoint</Application>
  <PresentationFormat>Widescreen</PresentationFormat>
  <Paragraphs>24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Century Gothic</vt:lpstr>
      <vt:lpstr>Noto Sans Symbols</vt:lpstr>
      <vt:lpstr>Arial</vt:lpstr>
      <vt:lpstr>Times New Roman</vt:lpstr>
      <vt:lpstr>Slice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10</dc:creator>
  <cp:lastModifiedBy>hp</cp:lastModifiedBy>
  <cp:revision>9</cp:revision>
  <dcterms:created xsi:type="dcterms:W3CDTF">2021-06-19T13:01:53Z</dcterms:created>
  <dcterms:modified xsi:type="dcterms:W3CDTF">2022-06-11T09:23:23Z</dcterms:modified>
</cp:coreProperties>
</file>